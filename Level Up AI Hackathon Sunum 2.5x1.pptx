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71" r:id="rId16"/>
    <p:sldId id="267" r:id="rId17"/>
  </p:sldIdLst>
  <p:sldSz cx="257175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24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0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Kapak: takım adını ve proje adını yaz. Sunuma başlarken 10 saniyeden fazla bekletme.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Takım tanıtımı: altı üyeyi hızlı geç, her biri için tek satır. 60 saniyeden uzun sürmesin.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tanımı: soldaki tek cümle jürinin aklında kalacak. Sağdaki üç kanıt rakamını kaynağıyla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0B8-219F-2754-36A2-E5C368B1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1B847-B0B7-44BE-B2ED-A6D95A9A2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EDBD-1BEA-3A36-B8C3-E7E8EC341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tanımı: soldaki tek cümle jürinin aklında kalacak. Sağdaki üç kanıt rakamını kaynağıyla söyle.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4C992-A528-97FC-0557-7A223BB61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40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Araştırmalar: veriye ve kaynağa ne kadar baktığınızı gösterin. Ana içgörü cümlesini yüksek sesle okuyun.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 akışı: iki günün nasıl birbirini beslediğini anlat. Birinci gün tanıma, ikinci gün karar verme.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C772-BE78-BDAF-C36B-C081C12B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F7EAC-AA47-B10C-CFF9-C1571A22C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A0402-5063-3374-5293-029CD7F0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 akışı: iki günün nasıl birbirini beslediğini anlat. Birinci gün tanıma, ikinci gün karar verme.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16EEB-3128-D451-3136-55BE1EF0DD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58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3642-9A56-4BB2-2B3F-E8A6188B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DD5E4-CD0D-0AD3-6FE8-9D4FC183F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25674-59D0-5D78-2770-688977A7C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 akışı: iki günün nasıl birbirini beslediğini anlat. Birinci gün tanıma, ikinci gün karar verme.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1CBD2-F0ED-31F7-74C1-4F3BE7D5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91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gün: veriyi nasıl hazırladığınızı, hangi modeli neden seçtiğinizi ve sıralamayı nasıl yükselttiğinizi anlat.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gün sonuçları: skoru ve sınıf bazlı performansı gerçek sayılarla doldur. Zayıf sınıfı saklamayın, nedenini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gün: ajanın hangi girdiyi alıp nasıl karar verdiğini akış üzerinden anlat. Gerekçelendirmenin nasıl üretildiğini mutlaka söyle.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Örnek vaka: tek bir gerçek örnek üzerinden ajanın çıktısını göster. Jüri en çok bu sayfada ikna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videoyu sunumdan önce mutlaka test et. Oynatırken susma, ekranda ne olduğunu anlatmaya devam et. Yedek olarak ekran görüntülerini hazır tut.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Geliştirme fikirleri: hackathon sonrası ne yapacağınızı üç ufka bölerek anlat. Somut 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6CD15-06F9-A5EB-17EE-196E626E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33F1D-F224-175B-FFF0-4BFB44BA7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8FB91-7FAF-75EA-587F-DCFD03F2F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Geliştirme fikirleri: hackathon sonrası ne yapacağınızı üç ufka bölerek anlat. Somut 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03BEC-E720-1E30-829D-DA9D98416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31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Teşekkürler: bu sayfa soru-cevap boyunca ekranda kalsın. Bağlantıları paylaşmak istemiyorsan o kutuları silebilirsin.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8602492" y="9313069"/>
            <a:ext cx="67067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FİNAL SUNUMU · 27 EYLÜL 2026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42752" y="1314450"/>
            <a:ext cx="209550" cy="2857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2062758" y="1200150"/>
            <a:ext cx="783226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3300" b="1" kern="0" spc="-33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LEVEL-UP AI | ROKETSAN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062758" y="1847850"/>
            <a:ext cx="244262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850" kern="0" spc="29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HACKATHONU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1500188" y="2686050"/>
            <a:ext cx="22717125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1500188" y="3038475"/>
            <a:ext cx="2199382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5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</a:t>
            </a:r>
            <a:endParaRPr lang="en-US" sz="7800" dirty="0"/>
          </a:p>
        </p:txBody>
      </p:sp>
      <p:sp>
        <p:nvSpPr>
          <p:cNvPr id="14" name="Text 11"/>
          <p:cNvSpPr/>
          <p:nvPr/>
        </p:nvSpPr>
        <p:spPr>
          <a:xfrm>
            <a:off x="1500186" y="4071939"/>
            <a:ext cx="2062757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4050" kern="0" spc="-81" dirty="0" err="1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</a:t>
            </a:r>
            <a:r>
              <a:rPr lang="en-US" sz="4050" kern="0" spc="-8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50" kern="0" spc="-81" dirty="0" err="1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</a:t>
            </a:r>
            <a:r>
              <a:rPr lang="en-US" sz="4050" kern="0" spc="-8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Slogan</a:t>
            </a:r>
            <a:endParaRPr lang="en-US" sz="4050" dirty="0"/>
          </a:p>
        </p:txBody>
      </p:sp>
      <p:sp>
        <p:nvSpPr>
          <p:cNvPr id="15" name="Text 12"/>
          <p:cNvSpPr/>
          <p:nvPr/>
        </p:nvSpPr>
        <p:spPr>
          <a:xfrm>
            <a:off x="1500188" y="7615239"/>
            <a:ext cx="1772949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ÜYELER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00186" y="8020050"/>
            <a:ext cx="1456156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67"/>
              </a:lnSpc>
              <a:buNone/>
            </a:pP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İsim</a:t>
            </a: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Soyisim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22292965" y="7410450"/>
            <a:ext cx="285750" cy="3810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22828746" y="7410450"/>
            <a:ext cx="285750" cy="381000"/>
          </a:xfrm>
          <a:prstGeom prst="rect">
            <a:avLst/>
          </a:prstGeom>
          <a:solidFill>
            <a:srgbClr val="C9A6F0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8"/>
          <p:cNvSpPr/>
          <p:nvPr/>
        </p:nvSpPr>
        <p:spPr>
          <a:xfrm>
            <a:off x="23364527" y="7410450"/>
            <a:ext cx="285750" cy="3810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22591812" y="990600"/>
            <a:ext cx="438150" cy="381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23241893" y="990600"/>
            <a:ext cx="209550" cy="38100"/>
          </a:xfrm>
          <a:prstGeom prst="rect">
            <a:avLst/>
          </a:prstGeom>
          <a:solidFill>
            <a:srgbClr val="C9A6F0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23593723" y="990600"/>
            <a:ext cx="95250" cy="381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77630280-E93A-371A-7BA6-B2DE904A6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57992" y="9313069"/>
            <a:ext cx="31256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02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500188" y="2057400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1513581" y="2066925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712074" y="2833688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712074" y="3252788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712074" y="3633788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12074" y="4071938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449E9DA0-C643-64D1-7793-F5C21DA0DE65}"/>
              </a:ext>
            </a:extLst>
          </p:cNvPr>
          <p:cNvSpPr/>
          <p:nvPr/>
        </p:nvSpPr>
        <p:spPr>
          <a:xfrm>
            <a:off x="1520488" y="1000905"/>
            <a:ext cx="2199382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5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</a:t>
            </a:r>
            <a:endParaRPr lang="en-US" sz="780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66C549E0-B205-7329-1385-6D553F75BB07}"/>
              </a:ext>
            </a:extLst>
          </p:cNvPr>
          <p:cNvSpPr/>
          <p:nvPr/>
        </p:nvSpPr>
        <p:spPr>
          <a:xfrm>
            <a:off x="9049272" y="2057400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2AB9BDC1-3161-D624-9950-F76B55437F29}"/>
              </a:ext>
            </a:extLst>
          </p:cNvPr>
          <p:cNvSpPr/>
          <p:nvPr/>
        </p:nvSpPr>
        <p:spPr>
          <a:xfrm>
            <a:off x="9062665" y="2066925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8CD1D6D5-39CB-8BDC-34FE-33079DFCB039}"/>
              </a:ext>
            </a:extLst>
          </p:cNvPr>
          <p:cNvSpPr/>
          <p:nvPr/>
        </p:nvSpPr>
        <p:spPr>
          <a:xfrm>
            <a:off x="13261158" y="2833688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A4B2FCBC-5668-C74F-9883-7DF72A316E69}"/>
              </a:ext>
            </a:extLst>
          </p:cNvPr>
          <p:cNvSpPr/>
          <p:nvPr/>
        </p:nvSpPr>
        <p:spPr>
          <a:xfrm>
            <a:off x="13261158" y="3252788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464E4744-ABD6-80B5-C649-63623ACDF0B0}"/>
              </a:ext>
            </a:extLst>
          </p:cNvPr>
          <p:cNvSpPr/>
          <p:nvPr/>
        </p:nvSpPr>
        <p:spPr>
          <a:xfrm>
            <a:off x="13261158" y="3633788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0E40FAE0-37F0-739F-C33A-578E03CD8334}"/>
              </a:ext>
            </a:extLst>
          </p:cNvPr>
          <p:cNvSpPr/>
          <p:nvPr/>
        </p:nvSpPr>
        <p:spPr>
          <a:xfrm>
            <a:off x="13261158" y="4071938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8A3E5A4E-3419-9B65-70F4-7A3CE65F90FE}"/>
              </a:ext>
            </a:extLst>
          </p:cNvPr>
          <p:cNvSpPr/>
          <p:nvPr/>
        </p:nvSpPr>
        <p:spPr>
          <a:xfrm>
            <a:off x="16695786" y="2057400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ED32D6ED-0B59-9530-774F-EEB00558EFC9}"/>
              </a:ext>
            </a:extLst>
          </p:cNvPr>
          <p:cNvSpPr/>
          <p:nvPr/>
        </p:nvSpPr>
        <p:spPr>
          <a:xfrm>
            <a:off x="16709179" y="2066925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85F58491-7493-668C-D112-14865C8261DA}"/>
              </a:ext>
            </a:extLst>
          </p:cNvPr>
          <p:cNvSpPr/>
          <p:nvPr/>
        </p:nvSpPr>
        <p:spPr>
          <a:xfrm>
            <a:off x="20907672" y="2833688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36581590-7E61-E705-3FAE-3AE92A004F83}"/>
              </a:ext>
            </a:extLst>
          </p:cNvPr>
          <p:cNvSpPr/>
          <p:nvPr/>
        </p:nvSpPr>
        <p:spPr>
          <a:xfrm>
            <a:off x="20907672" y="3252788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AC44EFAF-222C-DFB0-7005-12217822ABBC}"/>
              </a:ext>
            </a:extLst>
          </p:cNvPr>
          <p:cNvSpPr/>
          <p:nvPr/>
        </p:nvSpPr>
        <p:spPr>
          <a:xfrm>
            <a:off x="20907672" y="3633788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A23F694A-ED4C-F162-2956-82734612DAE1}"/>
              </a:ext>
            </a:extLst>
          </p:cNvPr>
          <p:cNvSpPr/>
          <p:nvPr/>
        </p:nvSpPr>
        <p:spPr>
          <a:xfrm>
            <a:off x="20907672" y="4071938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E22B1E8D-A48B-FC0E-D241-FA75F65A75D8}"/>
              </a:ext>
            </a:extLst>
          </p:cNvPr>
          <p:cNvSpPr/>
          <p:nvPr/>
        </p:nvSpPr>
        <p:spPr>
          <a:xfrm>
            <a:off x="1500188" y="5352964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709AC92D-0A74-0470-5844-EABB131B5271}"/>
              </a:ext>
            </a:extLst>
          </p:cNvPr>
          <p:cNvSpPr/>
          <p:nvPr/>
        </p:nvSpPr>
        <p:spPr>
          <a:xfrm>
            <a:off x="1513581" y="5362489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C0F04900-B2C1-9BAB-341C-705940108E5E}"/>
              </a:ext>
            </a:extLst>
          </p:cNvPr>
          <p:cNvSpPr/>
          <p:nvPr/>
        </p:nvSpPr>
        <p:spPr>
          <a:xfrm>
            <a:off x="5712074" y="6129252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4DC3B847-05A5-7B94-A82F-E35A66D40D85}"/>
              </a:ext>
            </a:extLst>
          </p:cNvPr>
          <p:cNvSpPr/>
          <p:nvPr/>
        </p:nvSpPr>
        <p:spPr>
          <a:xfrm>
            <a:off x="5712074" y="6548352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A03FF78B-1DF5-433F-802F-BD92590AF1E8}"/>
              </a:ext>
            </a:extLst>
          </p:cNvPr>
          <p:cNvSpPr/>
          <p:nvPr/>
        </p:nvSpPr>
        <p:spPr>
          <a:xfrm>
            <a:off x="5712074" y="6929352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9DD84EF5-68CA-0234-3819-E06881370FBD}"/>
              </a:ext>
            </a:extLst>
          </p:cNvPr>
          <p:cNvSpPr/>
          <p:nvPr/>
        </p:nvSpPr>
        <p:spPr>
          <a:xfrm>
            <a:off x="5712074" y="7367502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DB2DCDDF-4821-5BF0-8287-04CF332D85B3}"/>
              </a:ext>
            </a:extLst>
          </p:cNvPr>
          <p:cNvSpPr/>
          <p:nvPr/>
        </p:nvSpPr>
        <p:spPr>
          <a:xfrm>
            <a:off x="9049272" y="5362489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211ACB42-1560-4BD5-1528-7E0BE49D0E0E}"/>
              </a:ext>
            </a:extLst>
          </p:cNvPr>
          <p:cNvSpPr/>
          <p:nvPr/>
        </p:nvSpPr>
        <p:spPr>
          <a:xfrm>
            <a:off x="9062665" y="5372014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435AE549-2510-8D02-94AE-F123731D0705}"/>
              </a:ext>
            </a:extLst>
          </p:cNvPr>
          <p:cNvSpPr/>
          <p:nvPr/>
        </p:nvSpPr>
        <p:spPr>
          <a:xfrm>
            <a:off x="13261158" y="6138777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F5468E30-979B-C02C-727E-909E6D6AD810}"/>
              </a:ext>
            </a:extLst>
          </p:cNvPr>
          <p:cNvSpPr/>
          <p:nvPr/>
        </p:nvSpPr>
        <p:spPr>
          <a:xfrm>
            <a:off x="13261158" y="6557877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E4D15607-07AD-0A16-A648-DCAD20141002}"/>
              </a:ext>
            </a:extLst>
          </p:cNvPr>
          <p:cNvSpPr/>
          <p:nvPr/>
        </p:nvSpPr>
        <p:spPr>
          <a:xfrm>
            <a:off x="13261158" y="6938877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B1A3B242-1FBD-41F2-FB19-6C5F72E0DAD1}"/>
              </a:ext>
            </a:extLst>
          </p:cNvPr>
          <p:cNvSpPr/>
          <p:nvPr/>
        </p:nvSpPr>
        <p:spPr>
          <a:xfrm>
            <a:off x="13261158" y="7377027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BCBCAA3F-25F6-B694-F3E1-B3346F7E21DE}"/>
              </a:ext>
            </a:extLst>
          </p:cNvPr>
          <p:cNvSpPr/>
          <p:nvPr/>
        </p:nvSpPr>
        <p:spPr>
          <a:xfrm>
            <a:off x="16695786" y="5334000"/>
            <a:ext cx="7357992" cy="309562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C9A6F0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E45834D0-A66B-9930-F6D3-1A58D4AF81AC}"/>
              </a:ext>
            </a:extLst>
          </p:cNvPr>
          <p:cNvSpPr/>
          <p:nvPr/>
        </p:nvSpPr>
        <p:spPr>
          <a:xfrm>
            <a:off x="16709179" y="5343525"/>
            <a:ext cx="3980611" cy="30765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0BBA656C-700B-DE75-EF64-BE646025E30E}"/>
              </a:ext>
            </a:extLst>
          </p:cNvPr>
          <p:cNvSpPr/>
          <p:nvPr/>
        </p:nvSpPr>
        <p:spPr>
          <a:xfrm>
            <a:off x="20907672" y="6110288"/>
            <a:ext cx="311931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>
              <a:lnSpc>
                <a:spcPct val="1101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</a:t>
            </a:r>
            <a:endParaRPr lang="en-US" sz="225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F16F350D-F96B-06C5-C581-329BB60A051B}"/>
              </a:ext>
            </a:extLst>
          </p:cNvPr>
          <p:cNvSpPr/>
          <p:nvPr/>
        </p:nvSpPr>
        <p:spPr>
          <a:xfrm>
            <a:off x="20907672" y="6529388"/>
            <a:ext cx="32496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Üniversite</a:t>
            </a:r>
            <a:endParaRPr lang="en-US" sz="180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AD13BEA6-CC10-58EB-C998-DAA2F2AA6C03}"/>
              </a:ext>
            </a:extLst>
          </p:cNvPr>
          <p:cNvSpPr/>
          <p:nvPr/>
        </p:nvSpPr>
        <p:spPr>
          <a:xfrm>
            <a:off x="20907672" y="6910388"/>
            <a:ext cx="31193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>
              <a:lnSpc>
                <a:spcPct val="123636"/>
              </a:lnSpc>
              <a:buNone/>
            </a:pPr>
            <a:r>
              <a:rPr lang="en-US" sz="180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</a:t>
            </a:r>
            <a:endParaRPr lang="en-US" sz="18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ED71FE8B-0688-F2AA-4ADD-EF78F1A626F3}"/>
              </a:ext>
            </a:extLst>
          </p:cNvPr>
          <p:cNvSpPr/>
          <p:nvPr/>
        </p:nvSpPr>
        <p:spPr>
          <a:xfrm>
            <a:off x="20907672" y="7348538"/>
            <a:ext cx="31193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16364"/>
              </a:lnSpc>
              <a:buNone/>
            </a:pPr>
            <a:r>
              <a:rPr lang="en-US" sz="1800" kern="0" spc="14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PROJEDEKİ ROLÜ</a:t>
            </a:r>
            <a:endParaRPr lang="en-US" sz="180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73EB98B4-4FBC-2421-D2F1-1637A815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65421" y="9313069"/>
            <a:ext cx="311750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143000"/>
            <a:ext cx="146750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TANIMI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00188" y="1733550"/>
            <a:ext cx="13741182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 err="1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5550" dirty="0"/>
          </a:p>
        </p:txBody>
      </p:sp>
      <p:sp>
        <p:nvSpPr>
          <p:cNvPr id="9" name="Shape 6"/>
          <p:cNvSpPr/>
          <p:nvPr/>
        </p:nvSpPr>
        <p:spPr>
          <a:xfrm>
            <a:off x="1500188" y="3752850"/>
            <a:ext cx="13340953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1535013" y="4229100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2009180" y="4176712"/>
            <a:ext cx="54477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535013" y="4900613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2009180" y="4848225"/>
            <a:ext cx="412229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535013" y="5572125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2009180" y="5519738"/>
            <a:ext cx="44658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5912703" y="1143000"/>
            <a:ext cx="913507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KANITLAR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5912703" y="1662113"/>
            <a:ext cx="8304609" cy="2125638"/>
          </a:xfrm>
          <a:prstGeom prst="rect">
            <a:avLst/>
          </a:prstGeom>
          <a:solidFill>
            <a:srgbClr val="00D1D4">
              <a:alpha val="7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16381512" y="2201019"/>
            <a:ext cx="810369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%00</a:t>
            </a:r>
            <a:endParaRPr lang="en-US" sz="4350" dirty="0"/>
          </a:p>
        </p:txBody>
      </p:sp>
      <p:sp>
        <p:nvSpPr>
          <p:cNvPr id="20" name="Text 17"/>
          <p:cNvSpPr/>
          <p:nvPr/>
        </p:nvSpPr>
        <p:spPr>
          <a:xfrm>
            <a:off x="16381512" y="2905869"/>
            <a:ext cx="81036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Rakamın ne anlattığı, kaynak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5912703" y="3978250"/>
            <a:ext cx="8304609" cy="2125712"/>
          </a:xfrm>
          <a:prstGeom prst="rect">
            <a:avLst/>
          </a:prstGeom>
          <a:solidFill>
            <a:srgbClr val="009AFE">
              <a:alpha val="7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16381512" y="4517231"/>
            <a:ext cx="810369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</a:t>
            </a:r>
            <a:endParaRPr lang="en-US" sz="4350" dirty="0"/>
          </a:p>
        </p:txBody>
      </p:sp>
      <p:sp>
        <p:nvSpPr>
          <p:cNvPr id="23" name="Text 20"/>
          <p:cNvSpPr/>
          <p:nvPr/>
        </p:nvSpPr>
        <p:spPr>
          <a:xfrm>
            <a:off x="16381512" y="5222081"/>
            <a:ext cx="81036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Rakamın ne anlattığı, kaynak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5912703" y="6294462"/>
            <a:ext cx="8304609" cy="2125638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6381512" y="6833369"/>
            <a:ext cx="810369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sa</a:t>
            </a:r>
            <a:endParaRPr lang="en-US" sz="4350" dirty="0"/>
          </a:p>
        </p:txBody>
      </p:sp>
      <p:sp>
        <p:nvSpPr>
          <p:cNvPr id="26" name="Text 23"/>
          <p:cNvSpPr/>
          <p:nvPr/>
        </p:nvSpPr>
        <p:spPr>
          <a:xfrm>
            <a:off x="16381512" y="7538219"/>
            <a:ext cx="81036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Rakamın ne anlattığı, kaynak</a:t>
            </a:r>
            <a:endParaRPr lang="en-US" sz="1875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E938A267-5337-AAC5-5027-D2EFF689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21865421" y="9313069"/>
            <a:ext cx="311750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03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500188" y="1143000"/>
            <a:ext cx="146750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BAŞLIK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500188" y="1733550"/>
            <a:ext cx="13741182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 err="1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500188" y="2742854"/>
            <a:ext cx="19845338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535013" y="4229100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2009180" y="4176712"/>
            <a:ext cx="544777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535013" y="4900613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2009180" y="4848225"/>
            <a:ext cx="412229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535013" y="5572125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2009180" y="5519738"/>
            <a:ext cx="44658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53492" y="9313069"/>
            <a:ext cx="31306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26693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ARAŞTIRMA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500188" y="2190750"/>
            <a:ext cx="63356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NEREYE BAKTIK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00188" y="2671763"/>
            <a:ext cx="5759648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1505992" y="2671763"/>
            <a:ext cx="28575" cy="1337072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888629" y="3159323"/>
            <a:ext cx="292446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İncelenen veri seti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519161" y="3164086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500188" y="4142184"/>
            <a:ext cx="5759648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1505992" y="4142184"/>
            <a:ext cx="28575" cy="1337072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1888629" y="4629745"/>
            <a:ext cx="249119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Okunan makale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6519161" y="4634508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00188" y="5612606"/>
            <a:ext cx="5759648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1505992" y="5612606"/>
            <a:ext cx="28575" cy="1337072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1888629" y="6100167"/>
            <a:ext cx="25824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Denenen model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6519161" y="610493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500188" y="7083028"/>
            <a:ext cx="5759648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1505992" y="7083028"/>
            <a:ext cx="28575" cy="1337072"/>
          </a:xfrm>
          <a:prstGeom prst="rect">
            <a:avLst/>
          </a:prstGeom>
          <a:solidFill>
            <a:srgbClr val="8C8C9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888629" y="7570589"/>
            <a:ext cx="4120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Benzer çözüm incelemesi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6519161" y="7575352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849195" y="2190750"/>
            <a:ext cx="180049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BULGULAR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849195" y="2671763"/>
            <a:ext cx="8050113" cy="2969419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8291215" y="2947988"/>
            <a:ext cx="788268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 01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291215" y="3390900"/>
            <a:ext cx="78826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5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550" dirty="0"/>
          </a:p>
        </p:txBody>
      </p:sp>
      <p:sp>
        <p:nvSpPr>
          <p:cNvPr id="31" name="Text 28"/>
          <p:cNvSpPr/>
          <p:nvPr/>
        </p:nvSpPr>
        <p:spPr>
          <a:xfrm>
            <a:off x="8291215" y="3924300"/>
            <a:ext cx="78826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6167199" y="2671763"/>
            <a:ext cx="8050113" cy="2969419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16609219" y="2947988"/>
            <a:ext cx="788268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 02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609219" y="3390900"/>
            <a:ext cx="78826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5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550" dirty="0"/>
          </a:p>
        </p:txBody>
      </p:sp>
      <p:sp>
        <p:nvSpPr>
          <p:cNvPr id="35" name="Text 32"/>
          <p:cNvSpPr/>
          <p:nvPr/>
        </p:nvSpPr>
        <p:spPr>
          <a:xfrm>
            <a:off x="16609219" y="3924300"/>
            <a:ext cx="78826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7849195" y="5831681"/>
            <a:ext cx="16368117" cy="2588419"/>
          </a:xfrm>
          <a:prstGeom prst="rect">
            <a:avLst/>
          </a:prstGeom>
          <a:solidFill>
            <a:srgbClr val="C9A6F0">
              <a:alpha val="9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4"/>
          <p:cNvSpPr/>
          <p:nvPr/>
        </p:nvSpPr>
        <p:spPr>
          <a:xfrm>
            <a:off x="8291215" y="6656784"/>
            <a:ext cx="1703248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291215" y="7099697"/>
            <a:ext cx="170324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30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93E1807-C7BB-36A1-9EF9-94CE6AB7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59561" y="9313069"/>
            <a:ext cx="31239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28543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AKIŞI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500188" y="2228850"/>
            <a:ext cx="10929938" cy="6191250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2049363" y="2600325"/>
            <a:ext cx="42763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AŞAMA · KAGGLE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96603" y="2600325"/>
            <a:ext cx="149150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GÜN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49363" y="3119438"/>
            <a:ext cx="108147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3450" dirty="0"/>
          </a:p>
        </p:txBody>
      </p:sp>
      <p:sp>
        <p:nvSpPr>
          <p:cNvPr id="14" name="Text 11"/>
          <p:cNvSpPr/>
          <p:nvPr/>
        </p:nvSpPr>
        <p:spPr>
          <a:xfrm>
            <a:off x="2049363" y="3824288"/>
            <a:ext cx="1012653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2049363" y="4793242"/>
            <a:ext cx="10126534" cy="345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2734925" y="5162550"/>
            <a:ext cx="247650" cy="3238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13287375" y="2228850"/>
            <a:ext cx="10929938" cy="6191250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13836551" y="2600325"/>
            <a:ext cx="36924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AŞAMA · AJAN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2245595" y="2600325"/>
            <a:ext cx="152969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GÜN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3836551" y="3119438"/>
            <a:ext cx="108147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3450" dirty="0"/>
          </a:p>
        </p:txBody>
      </p:sp>
      <p:sp>
        <p:nvSpPr>
          <p:cNvPr id="29" name="Text 26"/>
          <p:cNvSpPr/>
          <p:nvPr/>
        </p:nvSpPr>
        <p:spPr>
          <a:xfrm>
            <a:off x="13836551" y="3824288"/>
            <a:ext cx="1012653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9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D13ABF8F-747A-377D-E0F3-58E8965119C8}"/>
              </a:ext>
            </a:extLst>
          </p:cNvPr>
          <p:cNvSpPr/>
          <p:nvPr/>
        </p:nvSpPr>
        <p:spPr>
          <a:xfrm>
            <a:off x="13836551" y="4527840"/>
            <a:ext cx="10126534" cy="345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708A6E5-753F-7DFC-B3B4-9CB7499F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231F9-2B1F-3EF9-9A5D-816D5D3C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6E5806-830F-A8CB-AC31-765181719E75}"/>
              </a:ext>
            </a:extLst>
          </p:cNvPr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264178D-DA7A-EE19-65AE-64CFE3F0D9B4}"/>
              </a:ext>
            </a:extLst>
          </p:cNvPr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B6980B-2D07-1352-9095-37157730D4D7}"/>
              </a:ext>
            </a:extLst>
          </p:cNvPr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0F1137-0342-4C49-A021-BE2F514726B3}"/>
              </a:ext>
            </a:extLst>
          </p:cNvPr>
          <p:cNvSpPr/>
          <p:nvPr/>
        </p:nvSpPr>
        <p:spPr>
          <a:xfrm>
            <a:off x="21859561" y="9313069"/>
            <a:ext cx="31239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05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1C8A20-A5CC-C5DB-3805-CE89AAC08805}"/>
              </a:ext>
            </a:extLst>
          </p:cNvPr>
          <p:cNvSpPr/>
          <p:nvPr/>
        </p:nvSpPr>
        <p:spPr>
          <a:xfrm>
            <a:off x="1500188" y="1414463"/>
            <a:ext cx="28543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9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C82CAD1-C900-231B-D7F2-256E2D940DC2}"/>
              </a:ext>
            </a:extLst>
          </p:cNvPr>
          <p:cNvSpPr/>
          <p:nvPr/>
        </p:nvSpPr>
        <p:spPr>
          <a:xfrm>
            <a:off x="1500188" y="2228850"/>
            <a:ext cx="22717125" cy="6191250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74D7C6E-BDEC-6EA8-4267-E57B10526A6A}"/>
              </a:ext>
            </a:extLst>
          </p:cNvPr>
          <p:cNvSpPr/>
          <p:nvPr/>
        </p:nvSpPr>
        <p:spPr>
          <a:xfrm>
            <a:off x="1942207" y="2752725"/>
            <a:ext cx="369247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BAŞLIK</a:t>
            </a:r>
            <a:endParaRPr lang="en-US" sz="18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685578F-3E8D-A19A-C450-9A33875C31C8}"/>
              </a:ext>
            </a:extLst>
          </p:cNvPr>
          <p:cNvSpPr/>
          <p:nvPr/>
        </p:nvSpPr>
        <p:spPr>
          <a:xfrm>
            <a:off x="1942207" y="3248025"/>
            <a:ext cx="108147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34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2F039DDD-0DD7-20CB-8B21-6EE5BAB7152B}"/>
              </a:ext>
            </a:extLst>
          </p:cNvPr>
          <p:cNvSpPr/>
          <p:nvPr/>
        </p:nvSpPr>
        <p:spPr>
          <a:xfrm>
            <a:off x="2018859" y="3927157"/>
            <a:ext cx="1012653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95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F261EE8-FD6B-B266-CAEE-18AC31C4F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7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47575-5829-4CD1-B253-28A4965E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EB034D-52CB-DD5C-C5D0-C385C0249743}"/>
              </a:ext>
            </a:extLst>
          </p:cNvPr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8B5D33-CC13-9D93-727B-EA713C58520D}"/>
              </a:ext>
            </a:extLst>
          </p:cNvPr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A2FBD9-F9F1-F782-C0DC-2725B049D123}"/>
              </a:ext>
            </a:extLst>
          </p:cNvPr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BE2645-D42A-7AD3-CCD1-D7451576A481}"/>
              </a:ext>
            </a:extLst>
          </p:cNvPr>
          <p:cNvSpPr/>
          <p:nvPr/>
        </p:nvSpPr>
        <p:spPr>
          <a:xfrm>
            <a:off x="21859561" y="9313069"/>
            <a:ext cx="31239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05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A4FC08-68FA-2673-26F6-AE9F180EEEE2}"/>
              </a:ext>
            </a:extLst>
          </p:cNvPr>
          <p:cNvSpPr/>
          <p:nvPr/>
        </p:nvSpPr>
        <p:spPr>
          <a:xfrm>
            <a:off x="1500188" y="1414463"/>
            <a:ext cx="28543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9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5EF0D4B-4736-F8BD-75F8-205460652151}"/>
              </a:ext>
            </a:extLst>
          </p:cNvPr>
          <p:cNvSpPr/>
          <p:nvPr/>
        </p:nvSpPr>
        <p:spPr>
          <a:xfrm>
            <a:off x="1500186" y="2228850"/>
            <a:ext cx="22167949" cy="6191250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2F84CCD-31EC-F15E-2768-8136EDD75C8F}"/>
              </a:ext>
            </a:extLst>
          </p:cNvPr>
          <p:cNvSpPr/>
          <p:nvPr/>
        </p:nvSpPr>
        <p:spPr>
          <a:xfrm>
            <a:off x="2049363" y="2600325"/>
            <a:ext cx="42763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ALT BAŞLIK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85EF646-E9D1-F0FF-B663-4FFE0EBF0061}"/>
              </a:ext>
            </a:extLst>
          </p:cNvPr>
          <p:cNvSpPr/>
          <p:nvPr/>
        </p:nvSpPr>
        <p:spPr>
          <a:xfrm>
            <a:off x="2049363" y="3119438"/>
            <a:ext cx="108147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34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362E3A4-9061-6D16-CE41-23F0689A11DA}"/>
              </a:ext>
            </a:extLst>
          </p:cNvPr>
          <p:cNvSpPr/>
          <p:nvPr/>
        </p:nvSpPr>
        <p:spPr>
          <a:xfrm>
            <a:off x="2049363" y="3824288"/>
            <a:ext cx="1012653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95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CAD6219-EA00-EC49-45A9-D46608FEC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55794" y="9313069"/>
            <a:ext cx="31280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416453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GÜN · KAGGLE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661177" y="1143000"/>
            <a:ext cx="995303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500188" y="2190750"/>
            <a:ext cx="5277445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00D1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861840" y="2428875"/>
            <a:ext cx="50095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VERİ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61840" y="2852738"/>
            <a:ext cx="5009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861840" y="3328988"/>
            <a:ext cx="500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6950273" y="2926556"/>
            <a:ext cx="190500" cy="247650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7313414" y="2190750"/>
            <a:ext cx="5277445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009AFE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675066" y="2428875"/>
            <a:ext cx="50095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75066" y="2852738"/>
            <a:ext cx="5009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675066" y="3328988"/>
            <a:ext cx="500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2763500" y="2926556"/>
            <a:ext cx="190500" cy="24765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13126641" y="2190750"/>
            <a:ext cx="5277445" cy="1719263"/>
          </a:xfrm>
          <a:prstGeom prst="rect">
            <a:avLst/>
          </a:prstGeom>
          <a:solidFill>
            <a:srgbClr val="C9A6F0">
              <a:alpha val="10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13488293" y="2428875"/>
            <a:ext cx="50095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EĞİTİM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488293" y="2852738"/>
            <a:ext cx="5009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3488293" y="3328988"/>
            <a:ext cx="500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8576727" y="2926556"/>
            <a:ext cx="190500" cy="2476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18939867" y="2190750"/>
            <a:ext cx="5277445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19301520" y="2428875"/>
            <a:ext cx="50095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GÖNDERİM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9301520" y="2852738"/>
            <a:ext cx="50095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9301520" y="3328988"/>
            <a:ext cx="500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500188" y="4195763"/>
            <a:ext cx="7357992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1888629" y="4433888"/>
            <a:ext cx="72392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KULLANDIĞIMIZ ARAÇLAR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888629" y="4876800"/>
            <a:ext cx="1028658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2214616" y="4962525"/>
            <a:ext cx="4838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051232" y="4876800"/>
            <a:ext cx="1852526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3278939" y="4962525"/>
            <a:ext cx="150426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kütüphane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037704" y="4876800"/>
            <a:ext cx="1304502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5265411" y="4962525"/>
            <a:ext cx="95624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9179648" y="4195763"/>
            <a:ext cx="7358098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9568090" y="4433888"/>
            <a:ext cx="723933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568090" y="4876800"/>
            <a:ext cx="72393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40" name="Shape 37"/>
          <p:cNvSpPr/>
          <p:nvPr/>
        </p:nvSpPr>
        <p:spPr>
          <a:xfrm>
            <a:off x="16859215" y="4195763"/>
            <a:ext cx="7357992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17247656" y="4433888"/>
            <a:ext cx="72392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7247656" y="4876800"/>
            <a:ext cx="72392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254DC4D2-0A21-5864-CB3F-0701EAE24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72118" y="9313069"/>
            <a:ext cx="311013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463349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GÜN SONUÇLARI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087500" y="1143000"/>
            <a:ext cx="901604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500188" y="2133600"/>
            <a:ext cx="7357992" cy="1852612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888629" y="2371725"/>
            <a:ext cx="72392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SKORU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88629" y="2757488"/>
            <a:ext cx="72392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1888629" y="3424238"/>
            <a:ext cx="72392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179648" y="2133600"/>
            <a:ext cx="7358098" cy="1852612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9568090" y="2371725"/>
            <a:ext cx="723933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SIRALAMA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568090" y="2757488"/>
            <a:ext cx="723933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9568090" y="3424238"/>
            <a:ext cx="72393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16859215" y="2133600"/>
            <a:ext cx="7357992" cy="1852612"/>
          </a:xfrm>
          <a:prstGeom prst="rect">
            <a:avLst/>
          </a:prstGeom>
          <a:solidFill>
            <a:srgbClr val="C9A6F0">
              <a:alpha val="6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17247656" y="2371725"/>
            <a:ext cx="72392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GÖNDERİM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247656" y="2757488"/>
            <a:ext cx="723922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17247656" y="3424238"/>
            <a:ext cx="72392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7241"/>
              </a:lnSpc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1500188" y="4271963"/>
            <a:ext cx="149697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500188" y="4733925"/>
            <a:ext cx="13608844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1835051" y="4970859"/>
            <a:ext cx="27994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E2E2E9"/>
                </a:solidFill>
                <a:latin typeface="Arial" pitchFamily="34" charset="0"/>
                <a:cs typeface="Arial" pitchFamily="34" charset="-120"/>
              </a:rPr>
              <a:t>veri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4647902" y="5085159"/>
            <a:ext cx="8384977" cy="133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4647902" y="5085159"/>
            <a:ext cx="5869420" cy="133350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14193291" y="5008959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%00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500188" y="5684044"/>
            <a:ext cx="13608844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1835051" y="5920978"/>
            <a:ext cx="27994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4647902" y="6035278"/>
            <a:ext cx="8384977" cy="133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8"/>
          <p:cNvSpPr/>
          <p:nvPr/>
        </p:nvSpPr>
        <p:spPr>
          <a:xfrm>
            <a:off x="4647902" y="6035278"/>
            <a:ext cx="4611696" cy="13335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14193291" y="5959078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%00</a:t>
            </a:r>
            <a:endParaRPr lang="en-US" sz="1950" dirty="0"/>
          </a:p>
        </p:txBody>
      </p:sp>
      <p:sp>
        <p:nvSpPr>
          <p:cNvPr id="33" name="Shape 30"/>
          <p:cNvSpPr/>
          <p:nvPr/>
        </p:nvSpPr>
        <p:spPr>
          <a:xfrm>
            <a:off x="1500188" y="6634163"/>
            <a:ext cx="13608844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1835051" y="6871097"/>
            <a:ext cx="27994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4647902" y="6985397"/>
            <a:ext cx="8384977" cy="133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Shape 33"/>
          <p:cNvSpPr/>
          <p:nvPr/>
        </p:nvSpPr>
        <p:spPr>
          <a:xfrm>
            <a:off x="4647902" y="6985397"/>
            <a:ext cx="5198648" cy="1333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4"/>
          <p:cNvSpPr/>
          <p:nvPr/>
        </p:nvSpPr>
        <p:spPr>
          <a:xfrm>
            <a:off x="14193291" y="6909197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%00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500188" y="7584281"/>
            <a:ext cx="13608844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6"/>
          <p:cNvSpPr/>
          <p:nvPr/>
        </p:nvSpPr>
        <p:spPr>
          <a:xfrm>
            <a:off x="1835051" y="7821216"/>
            <a:ext cx="27994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4647902" y="7935516"/>
            <a:ext cx="8384977" cy="133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Shape 38"/>
          <p:cNvSpPr/>
          <p:nvPr/>
        </p:nvSpPr>
        <p:spPr>
          <a:xfrm>
            <a:off x="4647902" y="7935516"/>
            <a:ext cx="3689356" cy="133350"/>
          </a:xfrm>
          <a:prstGeom prst="rect">
            <a:avLst/>
          </a:prstGeom>
          <a:solidFill>
            <a:srgbClr val="8C8C9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39"/>
          <p:cNvSpPr/>
          <p:nvPr/>
        </p:nvSpPr>
        <p:spPr>
          <a:xfrm>
            <a:off x="14193291" y="7859316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%00</a:t>
            </a:r>
            <a:endParaRPr lang="en-US" sz="1950" dirty="0"/>
          </a:p>
        </p:txBody>
      </p:sp>
      <p:sp>
        <p:nvSpPr>
          <p:cNvPr id="43" name="Text 40"/>
          <p:cNvSpPr/>
          <p:nvPr/>
        </p:nvSpPr>
        <p:spPr>
          <a:xfrm>
            <a:off x="15644813" y="4271963"/>
            <a:ext cx="94297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AÇIKLAMASI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5644813" y="4733925"/>
            <a:ext cx="8572500" cy="3686175"/>
          </a:xfrm>
          <a:prstGeom prst="rect">
            <a:avLst/>
          </a:prstGeom>
          <a:solidFill>
            <a:srgbClr val="1E1E1E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44499FC-8116-6FEC-7FF6-8781599F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65421" y="9313069"/>
            <a:ext cx="311750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35168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GÜN · AJAN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072341" y="1143000"/>
            <a:ext cx="1230402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1500188" y="2171700"/>
            <a:ext cx="1190218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GİRDİLER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00188" y="2633663"/>
            <a:ext cx="10820166" cy="1839888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1888629" y="3179713"/>
            <a:ext cx="110476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888629" y="3565475"/>
            <a:ext cx="110476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AÇIKLAMA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500188" y="4606900"/>
            <a:ext cx="10820166" cy="1839962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1888629" y="5153025"/>
            <a:ext cx="110476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888629" y="5538788"/>
            <a:ext cx="110476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AÇIKLAMA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500188" y="6580212"/>
            <a:ext cx="10820166" cy="1839888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1888629" y="7126263"/>
            <a:ext cx="110476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88629" y="7512025"/>
            <a:ext cx="110476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AÇIKLAMA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12856134" y="2171700"/>
            <a:ext cx="1249718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AKIŞI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2856134" y="2633663"/>
            <a:ext cx="11361074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13356792" y="3037880"/>
            <a:ext cx="552450" cy="552450"/>
          </a:xfrm>
          <a:prstGeom prst="rect">
            <a:avLst/>
          </a:prstGeom>
          <a:ln w="9525">
            <a:solidFill>
              <a:srgbClr val="00D1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13204392" y="3047405"/>
            <a:ext cx="857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4289349" y="2961680"/>
            <a:ext cx="104933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4289349" y="3342680"/>
            <a:ext cx="10493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12856134" y="4108847"/>
            <a:ext cx="11361074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13356792" y="4513064"/>
            <a:ext cx="552450" cy="552450"/>
          </a:xfrm>
          <a:prstGeom prst="rect">
            <a:avLst/>
          </a:prstGeom>
          <a:ln w="9525">
            <a:solidFill>
              <a:srgbClr val="009AF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13204392" y="4522589"/>
            <a:ext cx="857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4289349" y="4436864"/>
            <a:ext cx="104933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4289349" y="4817864"/>
            <a:ext cx="10493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2856134" y="5584031"/>
            <a:ext cx="11361074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29"/>
          <p:cNvSpPr/>
          <p:nvPr/>
        </p:nvSpPr>
        <p:spPr>
          <a:xfrm>
            <a:off x="13356792" y="5988248"/>
            <a:ext cx="552450" cy="552450"/>
          </a:xfrm>
          <a:prstGeom prst="rect">
            <a:avLst/>
          </a:prstGeom>
          <a:ln w="9525">
            <a:solidFill>
              <a:srgbClr val="C9A6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13204392" y="5997773"/>
            <a:ext cx="857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4289349" y="5912048"/>
            <a:ext cx="104933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4289349" y="6293048"/>
            <a:ext cx="10493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12856134" y="7059216"/>
            <a:ext cx="11361074" cy="1360884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4"/>
          <p:cNvSpPr/>
          <p:nvPr/>
        </p:nvSpPr>
        <p:spPr>
          <a:xfrm>
            <a:off x="13356792" y="7463433"/>
            <a:ext cx="552450" cy="552450"/>
          </a:xfrm>
          <a:prstGeom prst="rect">
            <a:avLst/>
          </a:prstGeom>
          <a:ln w="9525">
            <a:solidFill>
              <a:srgbClr val="C9A6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13204392" y="7472958"/>
            <a:ext cx="857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14289349" y="7387233"/>
            <a:ext cx="104933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4289349" y="7768233"/>
            <a:ext cx="10493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1875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514F59A-9247-CD41-70F0-A4805C0B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55794" y="9313069"/>
            <a:ext cx="312809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09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30590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656170" y="1143000"/>
            <a:ext cx="131792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1500188" y="2171700"/>
            <a:ext cx="781373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60" dirty="0">
                <a:solidFill>
                  <a:srgbClr val="8C8C98"/>
                </a:solidFill>
                <a:latin typeface="Arial" pitchFamily="34" charset="0"/>
                <a:cs typeface="Arial" pitchFamily="34" charset="-120"/>
              </a:rPr>
              <a:t>AÇIKLAMA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00188" y="2633663"/>
            <a:ext cx="7103392" cy="5786438"/>
          </a:xfrm>
          <a:prstGeom prst="rect">
            <a:avLst/>
          </a:prstGeom>
          <a:solidFill>
            <a:srgbClr val="1E1E1E"/>
          </a:solidFill>
          <a:ln w="9525">
            <a:solidFill>
              <a:srgbClr val="00D1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8951837" y="2171700"/>
            <a:ext cx="781373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951837" y="2633663"/>
            <a:ext cx="7103392" cy="1839888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9313490" y="3170188"/>
            <a:ext cx="70180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313490" y="3575000"/>
            <a:ext cx="701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8951837" y="4606900"/>
            <a:ext cx="7103392" cy="1839962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9313490" y="5143500"/>
            <a:ext cx="70180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313490" y="5548313"/>
            <a:ext cx="701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8951837" y="6580212"/>
            <a:ext cx="7103392" cy="1839888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9313490" y="7116738"/>
            <a:ext cx="701809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313490" y="7521550"/>
            <a:ext cx="70180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2025" dirty="0"/>
          </a:p>
        </p:txBody>
      </p:sp>
      <p:sp>
        <p:nvSpPr>
          <p:cNvPr id="22" name="Text 19"/>
          <p:cNvSpPr/>
          <p:nvPr/>
        </p:nvSpPr>
        <p:spPr>
          <a:xfrm>
            <a:off x="16403487" y="2171700"/>
            <a:ext cx="859520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6403487" y="2633663"/>
            <a:ext cx="7813825" cy="5786438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16845507" y="2928938"/>
            <a:ext cx="76227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 err="1">
                <a:solidFill>
                  <a:srgbClr val="C9A6F0"/>
                </a:solidFill>
                <a:latin typeface="Arial" pitchFamily="34" charset="0"/>
                <a:cs typeface="Arial" pitchFamily="34" charset="-120"/>
              </a:rPr>
              <a:t>Başlık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845507" y="3333750"/>
            <a:ext cx="762276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408"/>
              </a:lnSpc>
              <a:buNone/>
            </a:pPr>
            <a:r>
              <a:rPr lang="en-US" sz="4650" b="1" kern="0" spc="-93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Seviye</a:t>
            </a:r>
            <a:endParaRPr lang="en-US" sz="4650" dirty="0"/>
          </a:p>
        </p:txBody>
      </p:sp>
      <p:sp>
        <p:nvSpPr>
          <p:cNvPr id="26" name="Shape 23"/>
          <p:cNvSpPr/>
          <p:nvPr/>
        </p:nvSpPr>
        <p:spPr>
          <a:xfrm>
            <a:off x="16845507" y="4191000"/>
            <a:ext cx="1652027" cy="1143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18604690" y="4191000"/>
            <a:ext cx="1652131" cy="1143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5"/>
          <p:cNvSpPr/>
          <p:nvPr/>
        </p:nvSpPr>
        <p:spPr>
          <a:xfrm>
            <a:off x="20363978" y="4191000"/>
            <a:ext cx="1652027" cy="1143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6"/>
          <p:cNvSpPr/>
          <p:nvPr/>
        </p:nvSpPr>
        <p:spPr>
          <a:xfrm>
            <a:off x="22123162" y="4191000"/>
            <a:ext cx="1652131" cy="1143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7"/>
          <p:cNvSpPr/>
          <p:nvPr/>
        </p:nvSpPr>
        <p:spPr>
          <a:xfrm>
            <a:off x="16845507" y="4552950"/>
            <a:ext cx="692978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8"/>
          <p:cNvSpPr/>
          <p:nvPr/>
        </p:nvSpPr>
        <p:spPr>
          <a:xfrm>
            <a:off x="16845507" y="4772025"/>
            <a:ext cx="76227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845507" y="5195888"/>
            <a:ext cx="713767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032"/>
              </a:lnSpc>
              <a:buNone/>
            </a:pPr>
            <a:r>
              <a:rPr lang="en-US" sz="202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2025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8B18D4BD-0AAB-FC45-5F47-189F2D47F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896291" y="9313069"/>
            <a:ext cx="308354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143000"/>
            <a:ext cx="303796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500188" y="1657350"/>
            <a:ext cx="15671602" cy="6262688"/>
          </a:xfrm>
          <a:prstGeom prst="rect">
            <a:avLst/>
          </a:prstGeom>
          <a:solidFill>
            <a:srgbClr val="141414"/>
          </a:solidFill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1500188" y="8072438"/>
            <a:ext cx="1723876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Videoyu bu alana yerleştir veya bu sayfada tam ekran oynat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17921883" y="1143000"/>
            <a:ext cx="692497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4650" dirty="0"/>
          </a:p>
        </p:txBody>
      </p:sp>
      <p:sp>
        <p:nvSpPr>
          <p:cNvPr id="19" name="Text 16"/>
          <p:cNvSpPr/>
          <p:nvPr/>
        </p:nvSpPr>
        <p:spPr>
          <a:xfrm>
            <a:off x="17921883" y="2000250"/>
            <a:ext cx="648429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 err="1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7921883" y="3028950"/>
            <a:ext cx="629543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17921883" y="3305175"/>
            <a:ext cx="69249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İZLERKEN DİKKAT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7921883" y="3805237"/>
            <a:ext cx="94902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00:15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8978062" y="3810000"/>
            <a:ext cx="3839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7921883" y="4286250"/>
            <a:ext cx="91082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01:10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8939867" y="4291013"/>
            <a:ext cx="34982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17921883" y="4767263"/>
            <a:ext cx="98889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02:05</a:t>
            </a:r>
            <a:endParaRPr lang="en-US" sz="1875" dirty="0"/>
          </a:p>
        </p:txBody>
      </p:sp>
      <p:sp>
        <p:nvSpPr>
          <p:cNvPr id="27" name="Text 24"/>
          <p:cNvSpPr/>
          <p:nvPr/>
        </p:nvSpPr>
        <p:spPr>
          <a:xfrm>
            <a:off x="19017932" y="4772025"/>
            <a:ext cx="3647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7921883" y="7234238"/>
            <a:ext cx="6295430" cy="1185863"/>
          </a:xfrm>
          <a:prstGeom prst="rect">
            <a:avLst/>
          </a:prstGeom>
          <a:ln w="9525">
            <a:solidFill>
              <a:srgbClr val="00D1D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18283535" y="7453312"/>
            <a:ext cx="612933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BAĞLANTI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8283535" y="7858125"/>
            <a:ext cx="6129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bağlantısı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veya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QR’ı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75" dirty="0" err="1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eklenebilir</a:t>
            </a:r>
            <a:r>
              <a:rPr lang="en-US" sz="187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8F7191A-F652-610F-F1DB-3218E957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21944429" y="9313069"/>
            <a:ext cx="30305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11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414463"/>
            <a:ext cx="32367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817741" y="1143000"/>
            <a:ext cx="121893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500188" y="2286000"/>
            <a:ext cx="22717125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50000">
                <a:srgbClr val="009AFE">
                  <a:alpha val="100000"/>
                </a:srgbClr>
              </a:gs>
              <a:gs pos="100000">
                <a:srgbClr val="C9A6F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1538883" y="2200275"/>
            <a:ext cx="190500" cy="190500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1500188" y="2600325"/>
            <a:ext cx="7304414" cy="5172075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3" name="Text 10"/>
          <p:cNvSpPr/>
          <p:nvPr/>
        </p:nvSpPr>
        <p:spPr>
          <a:xfrm>
            <a:off x="1942207" y="2895600"/>
            <a:ext cx="70624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942207" y="3338513"/>
            <a:ext cx="70624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1942207" y="3890962"/>
            <a:ext cx="70624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1942207" y="4348163"/>
            <a:ext cx="70624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9245133" y="2200275"/>
            <a:ext cx="190500" cy="1905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9206438" y="2600325"/>
            <a:ext cx="7304520" cy="5172075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9648457" y="2895600"/>
            <a:ext cx="70625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48457" y="3890962"/>
            <a:ext cx="70625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648457" y="4348163"/>
            <a:ext cx="70625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6951488" y="2200275"/>
            <a:ext cx="190500" cy="1905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16912793" y="2600325"/>
            <a:ext cx="7304414" cy="5172075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7354813" y="2895600"/>
            <a:ext cx="706241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7354813" y="3338513"/>
            <a:ext cx="70624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7354813" y="3890962"/>
            <a:ext cx="70624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17354813" y="4348163"/>
            <a:ext cx="706241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542752" y="8096250"/>
            <a:ext cx="209550" cy="2857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2009180" y="8058150"/>
            <a:ext cx="66879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9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A996AD9-5709-B31D-6A70-6049542563A7}"/>
              </a:ext>
            </a:extLst>
          </p:cNvPr>
          <p:cNvSpPr/>
          <p:nvPr/>
        </p:nvSpPr>
        <p:spPr>
          <a:xfrm>
            <a:off x="9648457" y="3338513"/>
            <a:ext cx="70625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DETAY</a:t>
            </a:r>
            <a:endParaRPr lang="en-US" sz="27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4BBB5D3-1E15-F953-31A5-6AF3615B2D47}"/>
              </a:ext>
            </a:extLst>
          </p:cNvPr>
          <p:cNvSpPr/>
          <p:nvPr/>
        </p:nvSpPr>
        <p:spPr>
          <a:xfrm>
            <a:off x="1942092" y="3458440"/>
            <a:ext cx="70625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DETAY</a:t>
            </a:r>
            <a:endParaRPr lang="en-US" sz="27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79F322A-CDBB-8D73-9416-7BADFE7A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A14E9-E059-A88E-E985-1266A3DB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20B9E5-235E-AF85-5B0C-29D0431042E2}"/>
              </a:ext>
            </a:extLst>
          </p:cNvPr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F666F2-34A8-E042-4351-BD73A7242443}"/>
              </a:ext>
            </a:extLst>
          </p:cNvPr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395D83-76C8-3DFC-BCF1-23AA3B69F561}"/>
              </a:ext>
            </a:extLst>
          </p:cNvPr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AD5D6B-32CA-B2DB-68C0-0A93032FA468}"/>
              </a:ext>
            </a:extLst>
          </p:cNvPr>
          <p:cNvSpPr/>
          <p:nvPr/>
        </p:nvSpPr>
        <p:spPr>
          <a:xfrm>
            <a:off x="21944429" y="9313069"/>
            <a:ext cx="303059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 · 11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158C7C3-11E0-7CAF-48FC-7AF53DBBA852}"/>
              </a:ext>
            </a:extLst>
          </p:cNvPr>
          <p:cNvSpPr/>
          <p:nvPr/>
        </p:nvSpPr>
        <p:spPr>
          <a:xfrm>
            <a:off x="1500188" y="1414463"/>
            <a:ext cx="32367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3CA07FF-5295-3041-6DDF-1721B5FB60F5}"/>
              </a:ext>
            </a:extLst>
          </p:cNvPr>
          <p:cNvSpPr/>
          <p:nvPr/>
        </p:nvSpPr>
        <p:spPr>
          <a:xfrm>
            <a:off x="4817741" y="1143000"/>
            <a:ext cx="121893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46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9BD7E30-5471-B9F9-C2D6-9E654560E42B}"/>
              </a:ext>
            </a:extLst>
          </p:cNvPr>
          <p:cNvSpPr/>
          <p:nvPr/>
        </p:nvSpPr>
        <p:spPr>
          <a:xfrm>
            <a:off x="1942207" y="3338513"/>
            <a:ext cx="706241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endParaRPr lang="en-US" sz="27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798E552-8811-4825-00C1-EBFE2DDF544C}"/>
              </a:ext>
            </a:extLst>
          </p:cNvPr>
          <p:cNvSpPr/>
          <p:nvPr/>
        </p:nvSpPr>
        <p:spPr>
          <a:xfrm>
            <a:off x="1500188" y="2600325"/>
            <a:ext cx="22275105" cy="5172075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41FC3D8-7726-AB6A-2A99-C7B7A3D71F23}"/>
              </a:ext>
            </a:extLst>
          </p:cNvPr>
          <p:cNvSpPr/>
          <p:nvPr/>
        </p:nvSpPr>
        <p:spPr>
          <a:xfrm>
            <a:off x="2018859" y="2952750"/>
            <a:ext cx="706252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BAŞLIK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73DC90F-9F07-D1DC-9EEC-CD6597E94794}"/>
              </a:ext>
            </a:extLst>
          </p:cNvPr>
          <p:cNvSpPr/>
          <p:nvPr/>
        </p:nvSpPr>
        <p:spPr>
          <a:xfrm>
            <a:off x="2018859" y="3857625"/>
            <a:ext cx="70625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875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DC8ACF46-9421-C8DE-DBAD-54B9A6D6DF4D}"/>
              </a:ext>
            </a:extLst>
          </p:cNvPr>
          <p:cNvSpPr/>
          <p:nvPr/>
        </p:nvSpPr>
        <p:spPr>
          <a:xfrm>
            <a:off x="1542752" y="8096250"/>
            <a:ext cx="209550" cy="2857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4541F5B-620D-501F-95A9-E07822CEA2F9}"/>
              </a:ext>
            </a:extLst>
          </p:cNvPr>
          <p:cNvSpPr/>
          <p:nvPr/>
        </p:nvSpPr>
        <p:spPr>
          <a:xfrm>
            <a:off x="2009180" y="8058150"/>
            <a:ext cx="668796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 err="1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Açıklama</a:t>
            </a:r>
            <a:endParaRPr lang="en-US" sz="19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AC80932-A75D-3FF6-76DC-F64EE28885B6}"/>
              </a:ext>
            </a:extLst>
          </p:cNvPr>
          <p:cNvSpPr/>
          <p:nvPr/>
        </p:nvSpPr>
        <p:spPr>
          <a:xfrm>
            <a:off x="2018859" y="3357563"/>
            <a:ext cx="70625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DETAY</a:t>
            </a:r>
            <a:endParaRPr lang="en-US" sz="27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5C8BB610-58FC-5262-01F7-1894A0F9A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8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781" y="381000"/>
            <a:ext cx="24645938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62570" y="400050"/>
            <a:ext cx="24592359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35781" y="9048750"/>
            <a:ext cx="24645938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7397" y="9313069"/>
            <a:ext cx="9375199" cy="402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LEVEL-UP AI | ROKETSAN YAPAY ZEKÂ HACKATHONU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00188" y="1257300"/>
            <a:ext cx="2498883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SORULARINIZ İÇİN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00188" y="1847850"/>
            <a:ext cx="2498883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25"/>
              </a:lnSpc>
              <a:buNone/>
            </a:pPr>
            <a:r>
              <a:rPr lang="en-US" sz="10650" b="1" kern="0" spc="-47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10650" dirty="0"/>
          </a:p>
        </p:txBody>
      </p:sp>
      <p:sp>
        <p:nvSpPr>
          <p:cNvPr id="9" name="Text 6"/>
          <p:cNvSpPr/>
          <p:nvPr/>
        </p:nvSpPr>
        <p:spPr>
          <a:xfrm>
            <a:off x="1500188" y="3429000"/>
            <a:ext cx="2498883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600" kern="0" spc="-72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ADI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1500188" y="7043738"/>
            <a:ext cx="7433965" cy="1338263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915418" y="7319963"/>
            <a:ext cx="72638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LİNK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915418" y="7743825"/>
            <a:ext cx="72638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 err="1">
                <a:solidFill>
                  <a:srgbClr val="E8E8E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9335988" y="7043738"/>
            <a:ext cx="7433965" cy="1338263"/>
          </a:xfrm>
          <a:prstGeom prst="rect">
            <a:avLst/>
          </a:prstGeom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9751219" y="7319963"/>
            <a:ext cx="72638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LİNK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751219" y="7743825"/>
            <a:ext cx="72638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 err="1">
                <a:solidFill>
                  <a:srgbClr val="E8E8EE"/>
                </a:solidFill>
                <a:latin typeface="Arial" pitchFamily="34" charset="0"/>
                <a:cs typeface="Arial" pitchFamily="34" charset="-120"/>
              </a:rPr>
              <a:t>açıklama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22292965" y="1028700"/>
            <a:ext cx="285750" cy="3810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22828746" y="1028700"/>
            <a:ext cx="285750" cy="381000"/>
          </a:xfrm>
          <a:prstGeom prst="rect">
            <a:avLst/>
          </a:prstGeom>
          <a:solidFill>
            <a:srgbClr val="C9A6F0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23364527" y="1028700"/>
            <a:ext cx="285750" cy="3810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8D3C37F6-F191-DD00-D02C-61536EED4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77" y="9334500"/>
            <a:ext cx="2049362" cy="32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702</Words>
  <Application>Microsoft Macintosh PowerPoint</Application>
  <PresentationFormat>Custom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Kerem Aydınol</cp:lastModifiedBy>
  <cp:revision>3</cp:revision>
  <dcterms:created xsi:type="dcterms:W3CDTF">2026-09-18T07:36:58Z</dcterms:created>
  <dcterms:modified xsi:type="dcterms:W3CDTF">2026-09-26T14:15:21Z</dcterms:modified>
</cp:coreProperties>
</file>